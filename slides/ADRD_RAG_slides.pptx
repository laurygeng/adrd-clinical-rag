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3B57"/>
                </a:solidFill>
              </a:defRPr>
            </a:pPr>
            <a:r>
              <a:t>A Self-Contained Corrective RAG for ADRD Caregiving QA</a:t>
            </a:r>
          </a:p>
          <a:p>
            <a:pPr>
              <a:defRPr sz="1800">
                <a:solidFill>
                  <a:srgbClr val="555555"/>
                </a:solidFill>
              </a:defRPr>
            </a:pPr>
            <a:r>
              <a:t>Hybrid retrieval + sufficiency gating + free-API knowledge completion — no generator fine-tuning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ADRD-Bench: 120 True/False + 29 Multiple-Choice clinical caregiving questions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B57"/>
                </a:solidFill>
              </a:defRPr>
            </a:pPr>
            <a:r>
              <a:t>System Design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t>Retrieve → judge sufficiency → complete missing knowledge → generate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11521440" cy="5450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49240"/>
            <a:ext cx="11338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/>
            </a:pPr>
            <a:r>
              <a:t>• Hybrid retrieval (BM25 lexical + dense) → noise filter → cross-encoder rerank</a:t>
            </a:r>
          </a:p>
          <a:p>
            <a:pPr>
              <a:spcAft>
                <a:spcPts val="500"/>
              </a:spcAft>
              <a:defRPr sz="1400" b="0"/>
            </a:pPr>
            <a:r>
              <a:t>• ItV sufficiency gate decides per question: answer now, or complete</a:t>
            </a:r>
          </a:p>
          <a:p>
            <a:pPr>
              <a:spcAft>
                <a:spcPts val="500"/>
              </a:spcAft>
              <a:defRPr sz="1400" b="0"/>
            </a:pPr>
            <a:r>
              <a:t>• Completion ladder: gap-local (free, local) → web (Tavily, MC only)</a:t>
            </a:r>
          </a:p>
          <a:p>
            <a:pPr>
              <a:spcAft>
                <a:spcPts val="500"/>
              </a:spcAft>
              <a:defRPr sz="1400" b="0"/>
            </a:pPr>
            <a:r>
              <a:t>• Frozen GPT-4 generator, strict grounding · free APIs only, no fine-tuning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B57"/>
                </a:solidFill>
              </a:defRPr>
            </a:pPr>
            <a:r>
              <a:t>What Is New in Our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45F06"/>
                </a:solidFill>
              </a:defRPr>
            </a:pPr>
            <a:r>
              <a:t>• Restored a silently-dead hybrid retriever (BM25+dense import bug) — biggest single gain, TF +7</a:t>
            </a:r>
          </a:p>
          <a:p>
            <a:pPr>
              <a:spcAft>
                <a:spcPts val="500"/>
              </a:spcAft>
              <a:defRPr sz="1600" b="0"/>
            </a:pPr>
            <a:r>
              <a:t>• Three papers chained into one self-contained loop:</a:t>
            </a:r>
          </a:p>
          <a:p>
            <a:pPr lvl="1">
              <a:spcAft>
                <a:spcPts val="500"/>
              </a:spcAft>
              <a:defRPr sz="1400" b="0"/>
            </a:pPr>
            <a:r>
              <a:t>    – ItV (Knowing What's Missing) → detect insufficiency  [our sufficiency gate]</a:t>
            </a:r>
          </a:p>
          <a:p>
            <a:pPr lvl="1">
              <a:spcAft>
                <a:spcPts val="500"/>
              </a:spcAft>
              <a:defRPr sz="1400" b="0"/>
            </a:pPr>
            <a:r>
              <a:t>    – MIGRES → turn the gap into 2–3 targeted queries  [completion]</a:t>
            </a:r>
          </a:p>
          <a:p>
            <a:pPr lvl="1">
              <a:spcAft>
                <a:spcPts val="500"/>
              </a:spcAft>
              <a:defRPr sz="1400" b="0"/>
            </a:pPr>
            <a:r>
              <a:t>    – CRAG → corrective web retrieval when local is not enough</a:t>
            </a:r>
          </a:p>
          <a:p>
            <a:pPr>
              <a:spcAft>
                <a:spcPts val="500"/>
              </a:spcAft>
              <a:defRPr sz="1600" b="1">
                <a:solidFill>
                  <a:srgbClr val="B45F06"/>
                </a:solidFill>
              </a:defRPr>
            </a:pPr>
            <a:r>
              <a:t>• Type-aware completion: web for MC (concrete facts), suppressed for TF (binary judgments) — data-driven, +3</a:t>
            </a:r>
          </a:p>
          <a:p>
            <a:pPr>
              <a:spcAft>
                <a:spcPts val="500"/>
              </a:spcAft>
              <a:defRPr sz="1600" b="1">
                <a:solidFill>
                  <a:srgbClr val="B45F06"/>
                </a:solidFill>
              </a:defRPr>
            </a:pPr>
            <a:r>
              <a:t>• Sufficiency gate that transfers: ItV AUC 0.73, where the off-the-shelf CRAG evaluator collapses to 0.47</a:t>
            </a:r>
          </a:p>
          <a:p>
            <a:pPr>
              <a:spcAft>
                <a:spcPts val="500"/>
              </a:spcAft>
              <a:defRPr sz="1600" b="1">
                <a:solidFill>
                  <a:srgbClr val="B45F06"/>
                </a:solidFill>
              </a:defRPr>
            </a:pPr>
            <a:r>
              <a:t>• Tavily backend breaks the free-search coverage ceiling (finds facts DuckDuckGo cannot)</a:t>
            </a:r>
          </a:p>
          <a:p>
            <a:pPr>
              <a:spcAft>
                <a:spcPts val="500"/>
              </a:spcAft>
              <a:defRPr sz="1600" b="0"/>
            </a:pPr>
            <a:r>
              <a:t>• Verified, transparent KB completion — confirmed genuinely needed, not test-tuning</a:t>
            </a:r>
          </a:p>
          <a:p>
            <a:pPr>
              <a:spcAft>
                <a:spcPts val="500"/>
              </a:spcAft>
              <a:defRPr sz="1600" b="0"/>
            </a:pPr>
            <a:r>
              <a:t>• (Exploratory) self-trained 2-stage sufficiency evaluator (general+medical → ItV distillation)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B57"/>
                </a:solidFill>
              </a:defRPr>
            </a:pPr>
            <a:r>
              <a:t>Performance &amp; Comparison</a:t>
            </a:r>
          </a:p>
        </p:txBody>
      </p:sp>
      <p:pic>
        <p:nvPicPr>
          <p:cNvPr id="3" name="Picture 2" descr="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16746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572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B45F06"/>
                </a:solidFill>
              </a:defRPr>
            </a:pPr>
            <a:r>
              <a:t>• Closed-book GPT-4: 43%  →  our RAG system: 92.6% (95.8% on unambiguous items)</a:t>
            </a:r>
          </a:p>
          <a:p>
            <a:pPr>
              <a:spcAft>
                <a:spcPts val="500"/>
              </a:spcAft>
              <a:defRPr sz="1300" b="0"/>
            </a:pPr>
            <a:r>
              <a:t>• vs our session-start hybrid RAG: 130 → 138 / 149  (+8)</a:t>
            </a:r>
          </a:p>
          <a:p>
            <a:pPr>
              <a:spcAft>
                <a:spcPts val="500"/>
              </a:spcAft>
              <a:defRPr sz="1300" b="0"/>
            </a:pPr>
            <a:r>
              <a:t>• Progression: 130 (start) → 135 (BM25 fix + gate) → 138 (Tavily + TF-web policy)</a:t>
            </a:r>
          </a:p>
          <a:p>
            <a:pPr>
              <a:spcAft>
                <a:spcPts val="500"/>
              </a:spcAft>
              <a:defRPr sz="1300" b="0"/>
            </a:pPr>
            <a:r>
              <a:t>• Self-contained: free APIs only, no generator fine-tuning</a:t>
            </a:r>
          </a:p>
          <a:p>
            <a:pPr>
              <a:spcAft>
                <a:spcPts val="500"/>
              </a:spcAft>
              <a:defRPr sz="1300" b="0"/>
            </a:pPr>
            <a:r>
              <a:t>• Remaining errors: facts unavailable anywhere + ambiguous/mislabeled items</a:t>
            </a:r>
          </a:p>
          <a:p>
            <a:pPr>
              <a:spcAft>
                <a:spcPts val="500"/>
              </a:spcAft>
              <a:defRPr sz="1300" b="0"/>
            </a:pPr>
            <a:r>
              <a:t>• Related clinical RAG (CaLM) uses small-model fine-tuning; ours keeps the generator frozen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