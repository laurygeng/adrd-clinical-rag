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B57"/>
                </a:solidFill>
              </a:defRPr>
            </a:pPr>
            <a:r>
              <a:t>A Multi-Agent RAG Architecture with a Heterogeneous Verification Court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Specialized judge agents + a veto arbiter to defeat semantic drift and tangential support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Clinical ADRD caregiving QA · deterministic orchestration · frozen generator · free APIs · no fine-tuning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Architecture Overview</a:t>
            </a:r>
          </a:p>
        </p:txBody>
      </p:sp>
      <p:pic>
        <p:nvPicPr>
          <p:cNvPr id="3" name="Picture 2" descr="multiagent_cou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6229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/>
            </a:pPr>
            <a:r>
              <a:t>• Seven specialized agents coordinated by an Orchestrator over a shared Blackboard (deterministic while-loop)</a:t>
            </a:r>
          </a:p>
          <a:p>
            <a:pPr>
              <a:spcAft>
                <a:spcPts val="500"/>
              </a:spcAft>
              <a:defRPr sz="1300" b="0"/>
            </a:pPr>
            <a:r>
              <a:t>• Retrieve → draft answer → (for True/False) adversarially verify → decide</a:t>
            </a:r>
          </a:p>
          <a:p>
            <a:pPr>
              <a:spcAft>
                <a:spcPts val="500"/>
              </a:spcAft>
              <a:defRPr sz="1300" b="1">
                <a:solidFill>
                  <a:srgbClr val="B45F06"/>
                </a:solidFill>
              </a:defRPr>
            </a:pPr>
            <a:r>
              <a:t>• Key upgrade: the sufficiency judge is a heterogeneous COURT of specialists, not homogeneous voting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The Seven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①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Classify TF/MC, plan the workflow, coordinate agents, assemble the context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② Query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Rewrite/decompose the question into retrieval queries; targeted sub-queries on a gap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③ Retrieval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Hybrid BM25 + dense retrieval → noise filter → cross-encoder rerank → local evidence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④ Verification Court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Heterogeneous judges (Entity/Modal/Fact) + veto Arbiter  — KEY UPGRADE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⑤ Local-Completion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Gap-guided local re-retrieval (free, tried first)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⑥ Adversarial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Dual pro/con web queries to defeat search confirmation bias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⑦ Answer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Frozen GPT-4, strict grounding; produces the baseline draft and final answer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The Heterogeneous Verification Court — Key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/>
            </a:pPr>
            <a:r>
              <a:t>• Problem with homogeneous voting: 5 identical agents reduce random hallucination but share the SAME systematic blind spots — they reach a confident WRONG consensus. If a plain prompt can't tell 'must' from 'helps', calling it 5× won't either.</a:t>
            </a:r>
          </a:p>
          <a:p>
            <a:pPr>
              <a:spcAft>
                <a:spcPts val="500"/>
              </a:spcAft>
              <a:defRPr sz="1400" b="1">
                <a:solidFill>
                  <a:srgbClr val="B45F06"/>
                </a:solidFill>
              </a:defRPr>
            </a:pPr>
            <a:r>
              <a:t>• Solution: three SPECIALIST judges cross-examine the evidence + a veto Arbiter: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2004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9377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Judge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Blocks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Entity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Ontology-boundary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Evidence about a broader class ('dementia') cannot support a claim about a specific subtype ('Alzheimer's pathology') → MISMATCH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Modal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Modal / degree swap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Statement asserts obligation ('must / make them') but evidence only shows benefit ('helps / may') → DOWNGRADE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Fact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Missing 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Does the evidence SPECIFICALLY establish the claim? → TRUE / FALSE / NO-INFO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Arbiter (VETO)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False overrides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Any MISMATCH / DOWNGRADE / NO-INFO → INSUFFICIENT, regardless of the Fact judge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B45F06"/>
                </a:solidFill>
              </a:defRPr>
            </a:pPr>
            <a:r>
              <a:t>• Effect: overrides the baseline only on decisive, entity- and modality-aligned evidence; otherwise keeps it → churn eliminated by construction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Adversarial Retrieval &amp; the Shared Blackboard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B45F06"/>
                </a:solidFill>
              </a:defRPr>
            </a:pPr>
            <a:r>
              <a:t>• Adversarial Web-Research Agent (defeats confirmation bias)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Fires BOTH a support-seeking (pro) and a refutation-seeking (con) query in parallel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Writes web_pro / web_con to the blackboard → the Court judges amid CONFLICTING evidence, not a one-sided echo</a:t>
            </a:r>
          </a:p>
          <a:p>
            <a:pPr>
              <a:spcAft>
                <a:spcPts val="500"/>
              </a:spcAft>
              <a:defRPr sz="1500" b="1">
                <a:solidFill>
                  <a:srgbClr val="B45F06"/>
                </a:solidFill>
              </a:defRPr>
            </a:pPr>
            <a:r>
              <a:t>• Shared Blackboard (a plain dataclass — transparent, serializable, ablatable)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question · queries · evidence{local, web_pro, web_con} · baseline_confidence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judge_flags{entity, modal, fact} · sufficiency · final_decision · full trace</a:t>
            </a:r>
          </a:p>
          <a:p>
            <a:pPr>
              <a:spcAft>
                <a:spcPts val="500"/>
              </a:spcAft>
              <a:defRPr sz="1500" b="1">
                <a:solidFill>
                  <a:srgbClr val="B45F06"/>
                </a:solidFill>
              </a:defRPr>
            </a:pPr>
            <a:r>
              <a:t>• Deterministic while-loop orchestration (no LangGraph/AutoGen)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100% transparent control flow; every gate is ablatable — flip judge_flags.modal off, re-run, measure the delta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Why Heterogeneous &gt; Homogeneous —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B45F06"/>
                </a:solidFill>
              </a:defRPr>
            </a:pPr>
            <a:r>
              <a:t>• Heterogeneous specialization targets SYSTEMATIC blind spots; homogeneous redundancy only lowers random noise</a:t>
            </a:r>
          </a:p>
          <a:p>
            <a:pPr>
              <a:spcAft>
                <a:spcPts val="500"/>
              </a:spcAft>
              <a:defRPr sz="1500" b="1">
                <a:solidFill>
                  <a:srgbClr val="B45F06"/>
                </a:solidFill>
              </a:defRPr>
            </a:pPr>
            <a:r>
              <a:t>• Validated on the diagnosed churn cases: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Entity judge blocks the ontology-leakage case (dementia-general evidence vs an Alzheimer's-pathology claim)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Hardened (few-shot) Modal judge blocks the degree-swap case ('make them play by the rules' vs 'rules help')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Both preserve genuine knowledge-gap fixes; the veto Arbiter architecturally solves the supplementation churn</a:t>
            </a:r>
          </a:p>
          <a:p>
            <a:pPr>
              <a:spcAft>
                <a:spcPts val="500"/>
              </a:spcAft>
              <a:defRPr sz="1500" b="1">
                <a:solidFill>
                  <a:srgbClr val="B45F06"/>
                </a:solidFill>
              </a:defRPr>
            </a:pPr>
            <a:r>
              <a:t>• Engineering &amp; research properties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Frozen generator · free APIs · no fine-tuning; the cognitive defenses are reified as distinct specialist agents</a:t>
            </a:r>
          </a:p>
          <a:p>
            <a:pPr lvl="1">
              <a:spcAft>
                <a:spcPts val="500"/>
              </a:spcAft>
              <a:defRPr sz="1400" b="0"/>
            </a:pPr>
            <a:r>
              <a:t>    – Every judge is an independent, ablatable module — clean per-component ablation for the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